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Slide co anh</a:t>
            </a:r>
            <a:endParaRPr lang="en-US"/>
          </a:p>
        </p:txBody>
      </p:sp>
      <p:pic>
        <p:nvPicPr>
          <p:cNvPr id="3" name="Picture 2" descr="slide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52400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Slide thu hai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Presentation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Admin</dc:creator>
  <cp:lastModifiedBy>Huỳnh Phúc Ngọc</cp:lastModifiedBy>
  <cp:revision>1</cp:revision>
  <dcterms:created xsi:type="dcterms:W3CDTF">2026-08-08T16:53:30Z</dcterms:created>
  <dcterms:modified xsi:type="dcterms:W3CDTF">2026-08-08T16:53:30Z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C6DABD3AD9694408AC87C2C82A8893C0_11</vt:lpwstr>
  </property>
</Properties>
</file>