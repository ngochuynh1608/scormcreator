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35000" y="635000"/>
            <a:ext cx="5080000" cy="1270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Hello Slide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Arial Unicode MS</vt:lpstr>
      <vt:lpstr>Microsoft YaHei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Admin</dc:creator>
  <cp:lastModifiedBy>Huỳnh Phúc Ngọc</cp:lastModifiedBy>
  <cp:revision>1</cp:revision>
  <dcterms:created xsi:type="dcterms:W3CDTF">2026-08-08T16:53:03Z</dcterms:created>
  <dcterms:modified xsi:type="dcterms:W3CDTF">2026-08-08T16:53:04Z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E9313330BD2440A89D1EDF2D629CC86D_11</vt:lpwstr>
  </property>
</Properties>
</file>